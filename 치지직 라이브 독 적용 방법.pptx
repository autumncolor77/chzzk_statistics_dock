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A7B16F-6B88-A164-0CC2-87FB0A38B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0A42E5E-FB2C-6E7E-EA03-8B3BB12A31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D4D333-963F-C412-7586-4C75B5D26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375701-360F-141A-8052-B4AA88228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A57145-3706-737C-CFF7-5A4C18170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320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1F47D5-BD3E-566C-FB21-99EA6AC8A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42DB6F-6082-6205-7240-DD5002897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8555BE-6B67-C052-0C19-54AC1B72C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354979-188E-F6C9-BC8F-0148EDD4A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8C94FC-5226-5125-4AC3-CEE658457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0303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2584E3-947F-2CD8-A7C9-36BF1FDB7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60A844-3808-18BE-AF45-AB5E263E0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F91B9A-59C7-B9A1-F771-BFFD41E74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3D337D-071F-8817-3B93-25E9D5579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77F881-B645-AACF-F95B-BCD66B8F0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3633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0D9564-0349-DB01-06BF-17DFCE74E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BEB77E-274A-525B-41F7-335B73673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FF63D31-2934-26EA-4500-CDC12719E4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145C7A8-C069-C28B-AFCB-F0FC24D5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1C15D3-A652-4BBC-337D-F1B701E7A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9C5C09C-A815-A7AD-B053-5E382454A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110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FCBDE6-7F5F-4E26-15DF-55D62DC43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A520B9-77BB-CB2C-97C9-669DE90F4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E96EAB-8469-1887-701C-995DC0F3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4924B5-019F-948D-4D5C-79C98D06D8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9E89CEF-8640-BCED-797D-BD65379D9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CBC7BB6-E3F3-FCD9-E59A-D87AB684B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D40E6E5-7328-012E-813F-5DAC63046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3AAA181-B85F-4BF3-CFEE-3AA006C32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683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CFBA8-2D28-7777-094E-C265A3CB9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BD331F6-DB58-A6E1-8D9C-F0F907428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CDF2BD2-6656-C730-087E-422C2F4D4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DC5944A-BD73-177F-A0F0-310F0F79C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511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1ECEDB-08D1-C21A-7DE9-B7A08D483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B554817-F9C3-6027-9D23-34A1F9021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257FB6-0543-014A-F942-A3FF4B645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1199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D4FFD-1907-729E-D6C6-9560B1DB4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C42AFE-C7D5-77F4-C029-4BB86FA53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B1B036-17C4-1440-4E06-5E55465162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DFC390-5481-773C-2D80-6045586AB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A87531-EE07-47D2-1D19-B43590809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ED636FC-B468-8391-6F6C-0489D0B05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1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86820B-0461-E49B-666C-B4C96A3F9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9B8EB8-7434-1612-6739-E9A37E99D5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F68DBB-77C7-3048-7A6C-AB526F43FA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99FE81-7AB4-CC07-5753-82B22AD73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8A4A2D-3143-DABE-BA7C-E3CC4C899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A182DB-811F-A984-ABD6-D85346188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965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C06FC8-0A61-C8CE-EA33-B419B7E88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9B28B0-17D3-F01C-98ED-BE80F378E9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65EC6F-D344-E165-E12E-588696FF7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CBC00A-66D5-D543-8993-FD94AE229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D0EF59-5D7E-CA3B-AD63-D84523CB5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998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50AAD34-CD0B-946F-F5E4-26C460022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D77C105-21C2-C8A5-DC33-0638DD1BA9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4C9972-03C3-F260-7DF6-BA988EC05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40D33F-44CA-C81E-2F2F-ACA511581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6612B0-B06E-3F5C-379F-C4B6428C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3330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A0529AD-DDD0-8AD7-0C67-475BC6F8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27141F-884C-1BF1-5ADA-F0DA9B1FF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DA47FA-FD0B-D689-4CD9-6847D96750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1E875-82EE-4D84-97F4-14491609B700}" type="datetimeFigureOut">
              <a:rPr lang="ko-KR" altLang="en-US" smtClean="0"/>
              <a:t>2026-05-01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7C79AB-776E-21BB-F89F-E881826440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39AB3B-D49A-BA2D-0BBB-BBC4FC89ED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456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D58CFED-781F-D695-024E-A795249837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9" t="164" r="-169" b="943"/>
          <a:stretch>
            <a:fillRect/>
          </a:stretch>
        </p:blipFill>
        <p:spPr>
          <a:xfrm>
            <a:off x="337821" y="1893456"/>
            <a:ext cx="3537527" cy="24101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67CB66B-A368-0966-8000-80FDC970DA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71701" y="1973198"/>
            <a:ext cx="3959303" cy="2523084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90DEB300-8593-304A-D855-152ECF55C2D3}"/>
              </a:ext>
            </a:extLst>
          </p:cNvPr>
          <p:cNvSpPr/>
          <p:nvPr/>
        </p:nvSpPr>
        <p:spPr>
          <a:xfrm rot="20075598">
            <a:off x="3895680" y="3088742"/>
            <a:ext cx="849746" cy="2863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90F5EE7-9346-A4C9-47B3-D84667A945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61"/>
          <a:stretch>
            <a:fillRect/>
          </a:stretch>
        </p:blipFill>
        <p:spPr>
          <a:xfrm>
            <a:off x="9326833" y="1973198"/>
            <a:ext cx="2484495" cy="37979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F979C9-CC98-47D8-DDE6-8BE7E9BC1C84}"/>
              </a:ext>
            </a:extLst>
          </p:cNvPr>
          <p:cNvSpPr txBox="1"/>
          <p:nvPr/>
        </p:nvSpPr>
        <p:spPr>
          <a:xfrm>
            <a:off x="4765758" y="4570354"/>
            <a:ext cx="37407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독 이름에 </a:t>
            </a:r>
            <a:r>
              <a:rPr lang="en-US" altLang="ko-KR" sz="1200" dirty="0"/>
              <a:t>“</a:t>
            </a:r>
            <a:r>
              <a:rPr lang="ko-KR" altLang="en-US" sz="1200" dirty="0" err="1"/>
              <a:t>치지직</a:t>
            </a:r>
            <a:r>
              <a:rPr lang="ko-KR" altLang="en-US" sz="1200" dirty="0"/>
              <a:t> 통계</a:t>
            </a:r>
            <a:r>
              <a:rPr lang="en-US" altLang="ko-KR" sz="1200" dirty="0"/>
              <a:t>”(</a:t>
            </a:r>
            <a:r>
              <a:rPr lang="ko-KR" altLang="en-US" sz="1200" dirty="0"/>
              <a:t>또는 원하는 이름</a:t>
            </a:r>
            <a:r>
              <a:rPr lang="en-US" altLang="ko-KR" sz="1200" dirty="0"/>
              <a:t>) </a:t>
            </a:r>
            <a:r>
              <a:rPr lang="ko-KR" altLang="en-US" sz="1200" dirty="0"/>
              <a:t>입력</a:t>
            </a:r>
            <a:endParaRPr lang="en-US" altLang="ko-KR" sz="1200" dirty="0"/>
          </a:p>
          <a:p>
            <a:pPr algn="ctr"/>
            <a:r>
              <a:rPr lang="en-US" altLang="ko-KR" sz="1200" dirty="0"/>
              <a:t>URL</a:t>
            </a:r>
            <a:r>
              <a:rPr lang="ko-KR" altLang="en-US" sz="1200" dirty="0"/>
              <a:t>에 </a:t>
            </a:r>
            <a:r>
              <a:rPr lang="en-US" altLang="ko-KR" sz="1200" dirty="0"/>
              <a:t>“https://cheese-stick-</a:t>
            </a:r>
            <a:r>
              <a:rPr lang="en-US" altLang="ko-KR" sz="1200" dirty="0" err="1"/>
              <a:t>dock.pages.dev</a:t>
            </a:r>
            <a:r>
              <a:rPr lang="en-US" altLang="ko-KR" sz="1200" dirty="0"/>
              <a:t>/”</a:t>
            </a:r>
            <a:r>
              <a:rPr lang="ko-KR" altLang="en-US" sz="1200" dirty="0"/>
              <a:t> 입력</a:t>
            </a:r>
            <a:endParaRPr lang="en-US" altLang="ko-KR" sz="1200" dirty="0"/>
          </a:p>
          <a:p>
            <a:pPr algn="ctr"/>
            <a:r>
              <a:rPr lang="ko-KR" altLang="en-US" sz="1200" dirty="0"/>
              <a:t>적용 클릭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6E588F-EC4C-6A57-15FB-AB59EE54EC89}"/>
              </a:ext>
            </a:extLst>
          </p:cNvPr>
          <p:cNvSpPr txBox="1"/>
          <p:nvPr/>
        </p:nvSpPr>
        <p:spPr>
          <a:xfrm>
            <a:off x="337821" y="4570354"/>
            <a:ext cx="3537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상단 메뉴 </a:t>
            </a:r>
            <a:r>
              <a:rPr lang="en-US" altLang="ko-KR" sz="1200" dirty="0"/>
              <a:t>-&gt; </a:t>
            </a:r>
            <a:r>
              <a:rPr lang="ko-KR" altLang="en-US" sz="1200" dirty="0"/>
              <a:t>독 </a:t>
            </a:r>
            <a:r>
              <a:rPr lang="en-US" altLang="ko-KR" sz="1200" dirty="0"/>
              <a:t>-&gt; </a:t>
            </a:r>
            <a:r>
              <a:rPr lang="ko-KR" altLang="en-US" sz="1200" dirty="0"/>
              <a:t>사용자 브라우저 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D8D004-C4D1-F533-0277-5E7E499AFAB4}"/>
              </a:ext>
            </a:extLst>
          </p:cNvPr>
          <p:cNvSpPr txBox="1"/>
          <p:nvPr/>
        </p:nvSpPr>
        <p:spPr>
          <a:xfrm>
            <a:off x="9396896" y="5816565"/>
            <a:ext cx="20195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만든 독 이름 체크표시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476384B1-15B4-B00D-E382-FAC2A723E15B}"/>
              </a:ext>
            </a:extLst>
          </p:cNvPr>
          <p:cNvSpPr/>
          <p:nvPr/>
        </p:nvSpPr>
        <p:spPr>
          <a:xfrm>
            <a:off x="190385" y="1742059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F0A49D40-14D5-9ECC-40FF-D3983F6F20F1}"/>
              </a:ext>
            </a:extLst>
          </p:cNvPr>
          <p:cNvSpPr/>
          <p:nvPr/>
        </p:nvSpPr>
        <p:spPr>
          <a:xfrm>
            <a:off x="4646205" y="1742059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2854C480-14A9-02C3-0CCC-14BCD51461B3}"/>
              </a:ext>
            </a:extLst>
          </p:cNvPr>
          <p:cNvSpPr/>
          <p:nvPr/>
        </p:nvSpPr>
        <p:spPr>
          <a:xfrm>
            <a:off x="9249459" y="1742059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192AC7-E3F3-FB3F-D9C6-59147F8BEA2C}"/>
              </a:ext>
            </a:extLst>
          </p:cNvPr>
          <p:cNvSpPr txBox="1"/>
          <p:nvPr/>
        </p:nvSpPr>
        <p:spPr>
          <a:xfrm>
            <a:off x="190385" y="216220"/>
            <a:ext cx="2662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1. </a:t>
            </a:r>
            <a:r>
              <a:rPr lang="ko-KR" altLang="en-US" sz="2800" b="1" dirty="0"/>
              <a:t>독 추가 방법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E0E9D9F-6775-0115-E39F-8C115ACCA340}"/>
              </a:ext>
            </a:extLst>
          </p:cNvPr>
          <p:cNvSpPr/>
          <p:nvPr/>
        </p:nvSpPr>
        <p:spPr>
          <a:xfrm>
            <a:off x="1870363" y="3147742"/>
            <a:ext cx="2080989" cy="481655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A52DA41-DBFE-42C8-EA4C-A1183775C21E}"/>
              </a:ext>
            </a:extLst>
          </p:cNvPr>
          <p:cNvSpPr/>
          <p:nvPr/>
        </p:nvSpPr>
        <p:spPr>
          <a:xfrm>
            <a:off x="1870363" y="2036930"/>
            <a:ext cx="592284" cy="415325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F04081AB-E46D-AE36-4138-A4D5A6E4A114}"/>
              </a:ext>
            </a:extLst>
          </p:cNvPr>
          <p:cNvSpPr/>
          <p:nvPr/>
        </p:nvSpPr>
        <p:spPr>
          <a:xfrm>
            <a:off x="4716480" y="2879959"/>
            <a:ext cx="4014524" cy="247002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E0A196A-1A80-575F-DB45-C5CF2CF5C8AE}"/>
              </a:ext>
            </a:extLst>
          </p:cNvPr>
          <p:cNvSpPr/>
          <p:nvPr/>
        </p:nvSpPr>
        <p:spPr>
          <a:xfrm>
            <a:off x="9489258" y="5371960"/>
            <a:ext cx="1987386" cy="381140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1111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90B98-55F8-F74A-4CDC-71A8BCB9D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8A12200-8324-D9F4-1F58-31061EE00D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2878" y="266401"/>
            <a:ext cx="4205160" cy="6475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8C59278-5671-1A4A-99F0-36C6D80805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39" b="5304"/>
          <a:stretch>
            <a:fillRect/>
          </a:stretch>
        </p:blipFill>
        <p:spPr>
          <a:xfrm>
            <a:off x="59685" y="966342"/>
            <a:ext cx="3695230" cy="235216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AE07A83-478A-6072-753A-731BBF83D9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635"/>
          <a:stretch>
            <a:fillRect/>
          </a:stretch>
        </p:blipFill>
        <p:spPr>
          <a:xfrm>
            <a:off x="8744791" y="1807881"/>
            <a:ext cx="3122884" cy="155145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1C0D186-D37B-5FBA-DEBC-70A225491A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381" y="3877885"/>
            <a:ext cx="2717099" cy="2302230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A347770-E930-9184-FF06-DDE438B5D5CA}"/>
              </a:ext>
            </a:extLst>
          </p:cNvPr>
          <p:cNvSpPr/>
          <p:nvPr/>
        </p:nvSpPr>
        <p:spPr>
          <a:xfrm>
            <a:off x="285797" y="2232754"/>
            <a:ext cx="3194267" cy="481655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7A9109-BB37-67EA-A88C-335D6FC8D5A7}"/>
              </a:ext>
            </a:extLst>
          </p:cNvPr>
          <p:cNvSpPr txBox="1"/>
          <p:nvPr/>
        </p:nvSpPr>
        <p:spPr>
          <a:xfrm>
            <a:off x="418179" y="3318509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계정 연동을 위해 네이버 로그인 필요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ABDC83D6-2C92-BD3E-BEE5-09B26769E038}"/>
              </a:ext>
            </a:extLst>
          </p:cNvPr>
          <p:cNvSpPr/>
          <p:nvPr/>
        </p:nvSpPr>
        <p:spPr>
          <a:xfrm>
            <a:off x="193511" y="862840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382E55A1-5962-180A-917E-0A78F25711AC}"/>
              </a:ext>
            </a:extLst>
          </p:cNvPr>
          <p:cNvSpPr/>
          <p:nvPr/>
        </p:nvSpPr>
        <p:spPr>
          <a:xfrm>
            <a:off x="262177" y="3703811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1A2F855D-672F-CDE6-8312-F837EE6805E5}"/>
              </a:ext>
            </a:extLst>
          </p:cNvPr>
          <p:cNvSpPr/>
          <p:nvPr/>
        </p:nvSpPr>
        <p:spPr>
          <a:xfrm>
            <a:off x="3812537" y="98719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57DDBF-B132-F1DF-29DC-89B36A45AEEC}"/>
              </a:ext>
            </a:extLst>
          </p:cNvPr>
          <p:cNvSpPr txBox="1"/>
          <p:nvPr/>
        </p:nvSpPr>
        <p:spPr>
          <a:xfrm>
            <a:off x="59685" y="6180115"/>
            <a:ext cx="3574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정보를 가져오기 위해 필요한 항목들이라 </a:t>
            </a:r>
            <a:endParaRPr lang="en-US" altLang="ko-KR" sz="1200" dirty="0"/>
          </a:p>
          <a:p>
            <a:pPr algn="ctr"/>
            <a:r>
              <a:rPr lang="ko-KR" altLang="en-US" sz="1200" dirty="0"/>
              <a:t>전부 동의하셔야 서비스 이용이 가능합니다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C0C33-E6FE-4E12-6FB1-3E0309AA1849}"/>
              </a:ext>
            </a:extLst>
          </p:cNvPr>
          <p:cNvSpPr txBox="1"/>
          <p:nvPr/>
        </p:nvSpPr>
        <p:spPr>
          <a:xfrm>
            <a:off x="190385" y="216220"/>
            <a:ext cx="2662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2. </a:t>
            </a:r>
            <a:r>
              <a:rPr lang="ko-KR" altLang="en-US" sz="2800" b="1" dirty="0"/>
              <a:t>독 사용 방법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B31753-C55F-E607-0CC7-0F24943073B7}"/>
              </a:ext>
            </a:extLst>
          </p:cNvPr>
          <p:cNvSpPr txBox="1"/>
          <p:nvPr/>
        </p:nvSpPr>
        <p:spPr>
          <a:xfrm>
            <a:off x="8744791" y="880711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/>
              <a:t>현재 방송 제목 조회 및 변경 가능</a:t>
            </a:r>
            <a:endParaRPr lang="ko-KR" altLang="en-US" sz="1200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E3AEAD5-D422-92AA-5E6E-23988CF9C030}"/>
              </a:ext>
            </a:extLst>
          </p:cNvPr>
          <p:cNvCxnSpPr>
            <a:endCxn id="16" idx="1"/>
          </p:cNvCxnSpPr>
          <p:nvPr/>
        </p:nvCxnSpPr>
        <p:spPr>
          <a:xfrm flipV="1">
            <a:off x="7932180" y="1019211"/>
            <a:ext cx="812611" cy="3731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1A1AC31-93CE-F148-A711-C56948CC5679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7905212" y="1669382"/>
            <a:ext cx="839578" cy="4019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D862594-7EEA-4579-95D4-A284D1D77A70}"/>
              </a:ext>
            </a:extLst>
          </p:cNvPr>
          <p:cNvSpPr txBox="1"/>
          <p:nvPr/>
        </p:nvSpPr>
        <p:spPr>
          <a:xfrm>
            <a:off x="8744790" y="1530882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/>
              <a:t>현재 카테고리 조회 및 변경 가능</a:t>
            </a:r>
            <a:endParaRPr lang="ko-KR" alt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3C6F3F-565D-8DAD-FF4E-3F6E996E0BA1}"/>
              </a:ext>
            </a:extLst>
          </p:cNvPr>
          <p:cNvSpPr txBox="1"/>
          <p:nvPr/>
        </p:nvSpPr>
        <p:spPr>
          <a:xfrm>
            <a:off x="8810306" y="3355260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카테고리 검색하여 적용 가능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58405D6-B103-4306-0CF3-678C35DB1A59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7932180" y="3142455"/>
            <a:ext cx="878126" cy="9478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2732FBD-D33F-BC89-724C-688AF76D7F45}"/>
              </a:ext>
            </a:extLst>
          </p:cNvPr>
          <p:cNvSpPr txBox="1"/>
          <p:nvPr/>
        </p:nvSpPr>
        <p:spPr>
          <a:xfrm>
            <a:off x="8810306" y="3951830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현재 태그 조회 및 변경 가능</a:t>
            </a: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EFD4DD-D3F9-9B32-1FA2-E64E8A4A43DE}"/>
              </a:ext>
            </a:extLst>
          </p:cNvPr>
          <p:cNvCxnSpPr>
            <a:cxnSpLocks/>
          </p:cNvCxnSpPr>
          <p:nvPr/>
        </p:nvCxnSpPr>
        <p:spPr>
          <a:xfrm>
            <a:off x="7932180" y="4498868"/>
            <a:ext cx="898072" cy="31066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8875A8A-4459-DC41-3147-6BD7E97C6E73}"/>
              </a:ext>
            </a:extLst>
          </p:cNvPr>
          <p:cNvSpPr txBox="1"/>
          <p:nvPr/>
        </p:nvSpPr>
        <p:spPr>
          <a:xfrm>
            <a:off x="8810306" y="4629714"/>
            <a:ext cx="3188183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동시시청장</a:t>
            </a:r>
            <a:r>
              <a:rPr lang="en-US" altLang="ko-KR" sz="1200" dirty="0"/>
              <a:t>, </a:t>
            </a:r>
            <a:r>
              <a:rPr lang="ko-KR" altLang="en-US" sz="1200" dirty="0"/>
              <a:t>최고시청자</a:t>
            </a:r>
            <a:r>
              <a:rPr lang="en-US" altLang="ko-KR" sz="1200" dirty="0"/>
              <a:t>, </a:t>
            </a:r>
            <a:r>
              <a:rPr lang="ko-KR" altLang="en-US" sz="1200" dirty="0"/>
              <a:t>평균시청자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팔로워</a:t>
            </a:r>
            <a:r>
              <a:rPr lang="ko-KR" altLang="en-US" sz="1200" dirty="0"/>
              <a:t> 실시간 조회 가능</a:t>
            </a:r>
            <a:endParaRPr lang="en-US" altLang="ko-KR" sz="1200" dirty="0"/>
          </a:p>
          <a:p>
            <a:endParaRPr lang="en-US" altLang="ko-KR" sz="300" dirty="0"/>
          </a:p>
          <a:p>
            <a:r>
              <a:rPr lang="ko-KR" altLang="en-US" sz="1200" dirty="0"/>
              <a:t>클릭 시 가림 기능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511B67-3C5D-B6CB-76FD-D91622D1DDD5}"/>
              </a:ext>
            </a:extLst>
          </p:cNvPr>
          <p:cNvSpPr txBox="1"/>
          <p:nvPr/>
        </p:nvSpPr>
        <p:spPr>
          <a:xfrm>
            <a:off x="8810306" y="6315318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로그아웃 하여 연동 해제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AF01846-582F-A9EE-B2A2-F120AFA4BAC6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7932180" y="6453818"/>
            <a:ext cx="87812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8894B05-930E-F2C2-A6A1-B48CC58B7386}"/>
              </a:ext>
            </a:extLst>
          </p:cNvPr>
          <p:cNvSpPr txBox="1"/>
          <p:nvPr/>
        </p:nvSpPr>
        <p:spPr>
          <a:xfrm>
            <a:off x="8810306" y="5798082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통계를 최신으로 </a:t>
            </a:r>
            <a:r>
              <a:rPr lang="ko-KR" altLang="en-US" sz="1200" dirty="0" err="1"/>
              <a:t>새로고침</a:t>
            </a:r>
            <a:endParaRPr lang="ko-KR" altLang="en-US" sz="1200" dirty="0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4490E36-4F8D-32E1-6766-3417C8F7A599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932180" y="5936582"/>
            <a:ext cx="87812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685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113</Words>
  <Application>Microsoft Office PowerPoint</Application>
  <PresentationFormat>와이드스크린</PresentationFormat>
  <Paragraphs>25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부헌 최</dc:creator>
  <cp:lastModifiedBy>부헌 최</cp:lastModifiedBy>
  <cp:revision>15</cp:revision>
  <dcterms:created xsi:type="dcterms:W3CDTF">2026-03-22T15:58:43Z</dcterms:created>
  <dcterms:modified xsi:type="dcterms:W3CDTF">2026-04-30T16:58:32Z</dcterms:modified>
</cp:coreProperties>
</file>