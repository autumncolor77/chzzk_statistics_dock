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7B16F-6B88-A164-0CC2-87FB0A38B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A42E5E-FB2C-6E7E-EA03-8B3BB12A3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D4D333-963F-C412-7586-4C75B5D26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75701-360F-141A-8052-B4AA8822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A57145-3706-737C-CFF7-5A4C1817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32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F47D5-BD3E-566C-FB21-99EA6AC8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2DB6F-6082-6205-7240-DD5002897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555BE-6B67-C052-0C19-54AC1B72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54979-188E-F6C9-BC8F-0148EDD4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C94FC-5226-5125-4AC3-CEE65845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30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584E3-947F-2CD8-A7C9-36BF1FDB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60A844-3808-18BE-AF45-AB5E263E0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91B9A-59C7-B9A1-F771-BFFD41E7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3D337D-071F-8817-3B93-25E9D557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7F881-B645-AACF-F95B-BCD66B8F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3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D9564-0349-DB01-06BF-17DFCE74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BEB77E-274A-525B-41F7-335B73673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F63D31-2934-26EA-4500-CDC12719E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45C7A8-C069-C28B-AFCB-F0FC24D5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1C15D3-A652-4BBC-337D-F1B701E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C5C09C-A815-A7AD-B053-5E382454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11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CBDE6-7F5F-4E26-15DF-55D62DC4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A520B9-77BB-CB2C-97C9-669DE90F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E96EAB-8469-1887-701C-995DC0F39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924B5-019F-948D-4D5C-79C98D06D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E89CEF-8640-BCED-797D-BD65379D9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BC7BB6-E3F3-FCD9-E59A-D87AB684B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40E6E5-7328-012E-813F-5DAC6304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AAA181-B85F-4BF3-CFEE-3AA006C3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68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CFBA8-2D28-7777-094E-C265A3CB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D331F6-DB58-A6E1-8D9C-F0F90742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DF2BD2-6656-C730-087E-422C2F4D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C5944A-BD73-177F-A0F0-310F0F79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51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1ECEDB-08D1-C21A-7DE9-B7A08D483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554817-F9C3-6027-9D23-34A1F902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257FB6-0543-014A-F942-A3FF4B64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9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D4FFD-1907-729E-D6C6-9560B1DB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42AFE-C7D5-77F4-C029-4BB86FA5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B1B036-17C4-1440-4E06-5E5546516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DFC390-5481-773C-2D80-6045586A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A87531-EE07-47D2-1D19-B4359080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D636FC-B468-8391-6F6C-0489D0B0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36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6820B-0461-E49B-666C-B4C96A3F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9B8EB8-7434-1612-6739-E9A37E99D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68DBB-77C7-3048-7A6C-AB526F43F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99FE81-7AB4-CC07-5753-82B22AD73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8A4A2D-3143-DABE-BA7C-E3CC4C89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A182DB-811F-A984-ABD6-D8534618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96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06FC8-0A61-C8CE-EA33-B419B7E8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9B28B0-17D3-F01C-98ED-BE80F378E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5EC6F-D344-E165-E12E-588696FF7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BC00A-66D5-D543-8993-FD94AE22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0EF59-5D7E-CA3B-AD63-D84523CB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99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0AAD34-CD0B-946F-F5E4-26C460022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77C105-21C2-C8A5-DC33-0638DD1BA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C9972-03C3-F260-7DF6-BA988EC0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0D33F-44CA-C81E-2F2F-ACA51158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612B0-B06E-3F5C-379F-C4B6428C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3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0529AD-DDD0-8AD7-0C67-475BC6F8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27141F-884C-1BF1-5ADA-F0DA9B1FF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DA47FA-FD0B-D689-4CD9-6847D9675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1E875-82EE-4D84-97F4-14491609B700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C79AB-776E-21BB-F89F-E88182644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9AB3B-D49A-BA2D-0BBB-BBC4FC89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D7171-336F-4B8C-81C2-99F0111BE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45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D58CFED-781F-D695-024E-A79524983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13"/>
          <a:stretch>
            <a:fillRect/>
          </a:stretch>
        </p:blipFill>
        <p:spPr>
          <a:xfrm>
            <a:off x="130003" y="147782"/>
            <a:ext cx="3537527" cy="26768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7CB66B-A368-0966-8000-80FDC970D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883" y="147782"/>
            <a:ext cx="3959303" cy="2682571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90DEB300-8593-304A-D855-152ECF55C2D3}"/>
              </a:ext>
            </a:extLst>
          </p:cNvPr>
          <p:cNvSpPr/>
          <p:nvPr/>
        </p:nvSpPr>
        <p:spPr>
          <a:xfrm rot="20075598">
            <a:off x="3687862" y="1343069"/>
            <a:ext cx="849746" cy="286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0F5EE7-9346-A4C9-47B3-D84667A94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077" y="146044"/>
            <a:ext cx="2019582" cy="39248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979C9-CC98-47D8-DDE6-8BE7E9BC1C84}"/>
              </a:ext>
            </a:extLst>
          </p:cNvPr>
          <p:cNvSpPr txBox="1"/>
          <p:nvPr/>
        </p:nvSpPr>
        <p:spPr>
          <a:xfrm>
            <a:off x="4557940" y="2824681"/>
            <a:ext cx="3740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독 이름에 </a:t>
            </a:r>
            <a:r>
              <a:rPr lang="en-US" altLang="ko-KR" sz="1200" dirty="0"/>
              <a:t>“</a:t>
            </a:r>
            <a:r>
              <a:rPr lang="ko-KR" altLang="en-US" sz="1200" dirty="0" err="1"/>
              <a:t>치지직</a:t>
            </a:r>
            <a:r>
              <a:rPr lang="ko-KR" altLang="en-US" sz="1200" dirty="0"/>
              <a:t> 통계</a:t>
            </a:r>
            <a:r>
              <a:rPr lang="en-US" altLang="ko-KR" sz="1200" dirty="0"/>
              <a:t>”(</a:t>
            </a:r>
            <a:r>
              <a:rPr lang="ko-KR" altLang="en-US" sz="1200" dirty="0"/>
              <a:t>또는 원하는 이름</a:t>
            </a:r>
            <a:r>
              <a:rPr lang="en-US" altLang="ko-KR" sz="1200" dirty="0"/>
              <a:t>) </a:t>
            </a:r>
            <a:r>
              <a:rPr lang="ko-KR" altLang="en-US" sz="1200" dirty="0"/>
              <a:t>입력</a:t>
            </a:r>
            <a:endParaRPr lang="en-US" altLang="ko-KR" sz="1200" dirty="0"/>
          </a:p>
          <a:p>
            <a:r>
              <a:rPr lang="en-US" altLang="ko-KR" sz="1200" dirty="0"/>
              <a:t>URL</a:t>
            </a:r>
            <a:r>
              <a:rPr lang="ko-KR" altLang="en-US" sz="1200" dirty="0"/>
              <a:t>에 </a:t>
            </a:r>
            <a:r>
              <a:rPr lang="en-US" altLang="ko-KR" sz="1200" dirty="0"/>
              <a:t>“</a:t>
            </a:r>
            <a:r>
              <a:rPr lang="ko-KR" altLang="en-US" sz="1200" dirty="0" err="1"/>
              <a:t>chzzk-statistics-dock.pages.dev</a:t>
            </a:r>
            <a:r>
              <a:rPr lang="en-US" altLang="ko-KR" sz="1200" dirty="0"/>
              <a:t>”</a:t>
            </a:r>
            <a:r>
              <a:rPr lang="ko-KR" altLang="en-US" sz="1200" dirty="0"/>
              <a:t> 입력</a:t>
            </a:r>
            <a:endParaRPr lang="en-US" altLang="ko-KR" sz="1200" dirty="0"/>
          </a:p>
          <a:p>
            <a:r>
              <a:rPr lang="ko-KR" altLang="en-US" sz="1200" dirty="0"/>
              <a:t>적용 클릭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E588F-EC4C-6A57-15FB-AB59EE54EC89}"/>
              </a:ext>
            </a:extLst>
          </p:cNvPr>
          <p:cNvSpPr txBox="1"/>
          <p:nvPr/>
        </p:nvSpPr>
        <p:spPr>
          <a:xfrm>
            <a:off x="130003" y="2824681"/>
            <a:ext cx="35375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상단 메뉴 </a:t>
            </a:r>
            <a:r>
              <a:rPr lang="en-US" altLang="ko-KR" sz="1200" dirty="0"/>
              <a:t>-&gt; </a:t>
            </a:r>
            <a:r>
              <a:rPr lang="ko-KR" altLang="en-US" sz="1200" dirty="0"/>
              <a:t>독 </a:t>
            </a:r>
            <a:r>
              <a:rPr lang="en-US" altLang="ko-KR" sz="1200" dirty="0"/>
              <a:t>-&gt; </a:t>
            </a:r>
            <a:r>
              <a:rPr lang="ko-KR" altLang="en-US" sz="1200" dirty="0"/>
              <a:t>사용자 브라우저 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D8D004-C4D1-F533-0277-5E7E499AFAB4}"/>
              </a:ext>
            </a:extLst>
          </p:cNvPr>
          <p:cNvSpPr txBox="1"/>
          <p:nvPr/>
        </p:nvSpPr>
        <p:spPr>
          <a:xfrm>
            <a:off x="9189078" y="4070892"/>
            <a:ext cx="2019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만든 독 이름 체크표시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61C21B2-237C-CDC8-BFA6-89C08552240E}"/>
              </a:ext>
            </a:extLst>
          </p:cNvPr>
          <p:cNvGrpSpPr/>
          <p:nvPr/>
        </p:nvGrpSpPr>
        <p:grpSpPr>
          <a:xfrm>
            <a:off x="130003" y="3923502"/>
            <a:ext cx="5623096" cy="2695698"/>
            <a:chOff x="130002" y="3646503"/>
            <a:chExt cx="6153622" cy="295003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641C4F2-3E80-ADC9-C8E7-09DB49F05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003" y="3646503"/>
              <a:ext cx="2711108" cy="264689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496394D-CB59-A3A2-FD3A-73846D8C6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30"/>
            <a:stretch>
              <a:fillRect/>
            </a:stretch>
          </p:blipFill>
          <p:spPr>
            <a:xfrm>
              <a:off x="3348286" y="3646504"/>
              <a:ext cx="2632630" cy="264689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01D04B-BE3D-3525-1AD6-78CF625C7BB0}"/>
                </a:ext>
              </a:extLst>
            </p:cNvPr>
            <p:cNvSpPr txBox="1"/>
            <p:nvPr/>
          </p:nvSpPr>
          <p:spPr>
            <a:xfrm>
              <a:off x="130002" y="6293401"/>
              <a:ext cx="271110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/>
                <a:t>설정 열기 클릭</a:t>
              </a:r>
              <a:endParaRPr lang="ko-KR" altLang="en-US" sz="12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A6D044ED-785F-3F11-490B-AC54EDEB9B3D}"/>
                </a:ext>
              </a:extLst>
            </p:cNvPr>
            <p:cNvSpPr/>
            <p:nvPr/>
          </p:nvSpPr>
          <p:spPr>
            <a:xfrm>
              <a:off x="130002" y="5209309"/>
              <a:ext cx="2622435" cy="40640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2694B41-B449-A5C0-2EDF-7CFE26BBABA4}"/>
                </a:ext>
              </a:extLst>
            </p:cNvPr>
            <p:cNvSpPr/>
            <p:nvPr/>
          </p:nvSpPr>
          <p:spPr>
            <a:xfrm>
              <a:off x="3538222" y="5809673"/>
              <a:ext cx="2271452" cy="40640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8BB717-1171-7F2B-543A-406666C33081}"/>
                </a:ext>
              </a:extLst>
            </p:cNvPr>
            <p:cNvSpPr txBox="1"/>
            <p:nvPr/>
          </p:nvSpPr>
          <p:spPr>
            <a:xfrm>
              <a:off x="3045579" y="6293401"/>
              <a:ext cx="3238045" cy="3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/>
                <a:t>아래 칸에 본인 방송 주소 넣고 저장</a:t>
              </a: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9A1B060-25C1-9442-6936-25C684CAE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639154"/>
            <a:ext cx="2857503" cy="1424837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65DA55D-D1B9-95F4-EDCF-D88A3613FF18}"/>
              </a:ext>
            </a:extLst>
          </p:cNvPr>
          <p:cNvSpPr/>
          <p:nvPr/>
        </p:nvSpPr>
        <p:spPr>
          <a:xfrm>
            <a:off x="6096000" y="4633482"/>
            <a:ext cx="1485900" cy="71809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85E811-FAF6-E41F-5811-86744CAFCDD6}"/>
              </a:ext>
            </a:extLst>
          </p:cNvPr>
          <p:cNvSpPr txBox="1"/>
          <p:nvPr/>
        </p:nvSpPr>
        <p:spPr>
          <a:xfrm>
            <a:off x="6096000" y="6085858"/>
            <a:ext cx="2857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/>
              <a:t>클릭 시 가리고 킬 수 있음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98B5E-F2CF-0351-2B22-9D04D781141C}"/>
              </a:ext>
            </a:extLst>
          </p:cNvPr>
          <p:cNvSpPr txBox="1"/>
          <p:nvPr/>
        </p:nvSpPr>
        <p:spPr>
          <a:xfrm>
            <a:off x="8953503" y="6388367"/>
            <a:ext cx="3238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/>
              <a:t>*</a:t>
            </a:r>
            <a:r>
              <a:rPr lang="ko-KR" altLang="en-US" sz="1200" dirty="0"/>
              <a:t>추후 방제</a:t>
            </a:r>
            <a:r>
              <a:rPr lang="en-US" altLang="ko-KR" sz="1200" dirty="0"/>
              <a:t>, </a:t>
            </a:r>
            <a:r>
              <a:rPr lang="ko-KR" altLang="en-US" sz="1200" dirty="0"/>
              <a:t>카테고리 등 변경기능 추가 예정</a:t>
            </a:r>
            <a:r>
              <a:rPr lang="en-US" altLang="ko-KR" sz="1200" dirty="0"/>
              <a:t>(</a:t>
            </a:r>
            <a:r>
              <a:rPr lang="ko-KR" altLang="en-US" sz="1200" dirty="0"/>
              <a:t>이지만 안될 수도</a:t>
            </a:r>
            <a:r>
              <a:rPr lang="en-US" altLang="ko-KR" sz="1200" dirty="0"/>
              <a:t>…!)</a:t>
            </a:r>
            <a:endParaRPr lang="ko-KR" altLang="en-US" sz="12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76384B1-15B4-B00D-E382-FAC2A723E15B}"/>
              </a:ext>
            </a:extLst>
          </p:cNvPr>
          <p:cNvSpPr/>
          <p:nvPr/>
        </p:nvSpPr>
        <p:spPr>
          <a:xfrm>
            <a:off x="-17433" y="-3614"/>
            <a:ext cx="294870" cy="2948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0A49D40-14D5-9ECC-40FF-D3983F6F20F1}"/>
              </a:ext>
            </a:extLst>
          </p:cNvPr>
          <p:cNvSpPr/>
          <p:nvPr/>
        </p:nvSpPr>
        <p:spPr>
          <a:xfrm>
            <a:off x="4438387" y="-3614"/>
            <a:ext cx="294870" cy="2948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854C480-14A9-02C3-0CCC-14BCD51461B3}"/>
              </a:ext>
            </a:extLst>
          </p:cNvPr>
          <p:cNvSpPr/>
          <p:nvPr/>
        </p:nvSpPr>
        <p:spPr>
          <a:xfrm>
            <a:off x="9041641" y="-3614"/>
            <a:ext cx="294870" cy="2948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00B32B0-157F-F1F8-E1C8-80EAD3A35172}"/>
              </a:ext>
            </a:extLst>
          </p:cNvPr>
          <p:cNvSpPr/>
          <p:nvPr/>
        </p:nvSpPr>
        <p:spPr>
          <a:xfrm>
            <a:off x="0" y="3756321"/>
            <a:ext cx="294870" cy="2948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307EDD9-F0EF-E731-9200-B043E5B99588}"/>
              </a:ext>
            </a:extLst>
          </p:cNvPr>
          <p:cNvSpPr/>
          <p:nvPr/>
        </p:nvSpPr>
        <p:spPr>
          <a:xfrm>
            <a:off x="2949518" y="3756321"/>
            <a:ext cx="294870" cy="2948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50F11CA-0381-E2D9-FFCC-E6394C5A700D}"/>
              </a:ext>
            </a:extLst>
          </p:cNvPr>
          <p:cNvSpPr/>
          <p:nvPr/>
        </p:nvSpPr>
        <p:spPr>
          <a:xfrm>
            <a:off x="6014854" y="4370412"/>
            <a:ext cx="294870" cy="2948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1111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부헌 최</dc:creator>
  <cp:lastModifiedBy>부헌 최</cp:lastModifiedBy>
  <cp:revision>5</cp:revision>
  <dcterms:created xsi:type="dcterms:W3CDTF">2026-03-22T15:58:43Z</dcterms:created>
  <dcterms:modified xsi:type="dcterms:W3CDTF">2026-03-22T16:02:34Z</dcterms:modified>
</cp:coreProperties>
</file>